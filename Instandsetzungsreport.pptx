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handoutMasterIdLst>
    <p:handoutMasterId r:id="rId8"/>
  </p:handoutMasterIdLst>
  <p:sldIdLst>
    <p:sldId id="290" r:id="rId5"/>
    <p:sldId id="333" r:id="rId6"/>
  </p:sldIdLst>
  <p:sldSz cx="9144000" cy="5143500" type="screen16x9"/>
  <p:notesSz cx="6794500" cy="9931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4">
          <p15:clr>
            <a:srgbClr val="A4A3A4"/>
          </p15:clr>
        </p15:guide>
        <p15:guide id="2" pos="1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261"/>
    <a:srgbClr val="1D3557"/>
    <a:srgbClr val="BFBFBF"/>
    <a:srgbClr val="4D4D4D"/>
    <a:srgbClr val="365F91"/>
    <a:srgbClr val="548DD4"/>
    <a:srgbClr val="F2F2F2"/>
    <a:srgbClr val="215868"/>
    <a:srgbClr val="F79646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636"/>
      </p:cViewPr>
      <p:guideLst>
        <p:guide orient="horz" pos="564"/>
        <p:guide pos="1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8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429196"/>
            <a:ext cx="6794500" cy="0"/>
          </a:xfrm>
          <a:prstGeom prst="line">
            <a:avLst/>
          </a:prstGeom>
          <a:ln w="28575">
            <a:solidFill>
              <a:srgbClr val="F79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Header Placeholder 1"/>
          <p:cNvSpPr txBox="1">
            <a:spLocks/>
          </p:cNvSpPr>
          <p:nvPr/>
        </p:nvSpPr>
        <p:spPr>
          <a:xfrm>
            <a:off x="23950" y="-47128"/>
            <a:ext cx="6925642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6288088" algn="l"/>
              </a:tabLst>
            </a:pPr>
            <a:r>
              <a:rPr lang="en-US" sz="2000" b="1" cap="all">
                <a:solidFill>
                  <a:srgbClr val="365F91"/>
                </a:solidFill>
                <a:latin typeface="Segoe UI Semibold"/>
                <a:cs typeface="Segoe UI Semibold"/>
              </a:rPr>
              <a:t>Handout 		</a:t>
            </a:r>
            <a:fld id="{C80BF057-69EA-4AE3-9C45-9F8225CA9F33}" type="slidenum">
              <a:rPr lang="de-DE" sz="2000" b="1" cap="all" smtClean="0">
                <a:solidFill>
                  <a:srgbClr val="365F91"/>
                </a:solidFill>
                <a:latin typeface="Segoe UI Semibold"/>
                <a:cs typeface="Segoe UI Semibold"/>
              </a:rPr>
              <a:pPr>
                <a:tabLst>
                  <a:tab pos="6288088" algn="l"/>
                </a:tabLst>
              </a:pPr>
              <a:t>‹Nr.›</a:t>
            </a:fld>
            <a:endParaRPr lang="de-DE" sz="2000" b="1" cap="all">
              <a:solidFill>
                <a:srgbClr val="365F91"/>
              </a:solidFill>
              <a:latin typeface="Segoe UI Semibold"/>
              <a:cs typeface="Segoe UI Semibold"/>
            </a:endParaRPr>
          </a:p>
        </p:txBody>
      </p:sp>
      <p:sp>
        <p:nvSpPr>
          <p:cNvPr id="8" name="TextBox 9"/>
          <p:cNvSpPr txBox="1"/>
          <p:nvPr/>
        </p:nvSpPr>
        <p:spPr>
          <a:xfrm>
            <a:off x="0" y="9715956"/>
            <a:ext cx="67945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228850" algn="l"/>
                <a:tab pos="8115300" algn="l"/>
              </a:tabLst>
            </a:pPr>
            <a:r>
              <a:rPr lang="de-DE" sz="1050" kern="1200" baseline="0">
                <a:solidFill>
                  <a:srgbClr val="4D4D4D"/>
                </a:solidFill>
                <a:effectLst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2018-07-05	</a:t>
            </a:r>
            <a:r>
              <a:rPr lang="en-US" sz="1050" kern="1200" baseline="0">
                <a:solidFill>
                  <a:srgbClr val="4D4D4D"/>
                </a:solidFill>
                <a:effectLst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Local Design/Construction | Central Europe</a:t>
            </a:r>
            <a:r>
              <a:rPr lang="de-DE" sz="1050" kern="1200" baseline="0">
                <a:solidFill>
                  <a:srgbClr val="4D4D4D"/>
                </a:solidFill>
                <a:effectLst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 </a:t>
            </a:r>
            <a:endParaRPr lang="de-DE" sz="1200">
              <a:solidFill>
                <a:srgbClr val="4D4D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0313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6" y="2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BDA82-D02B-4C25-8C3D-E86552568063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6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33107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6" y="9433107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E51C62-E341-4DA5-AEAB-573E5A9E0AD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39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AC696C-1732-7847-AE5F-8F15495713E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26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- dunk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9B7E98DC-E260-6DC4-FA4B-D11FA14E8841}"/>
              </a:ext>
            </a:extLst>
          </p:cNvPr>
          <p:cNvSpPr/>
          <p:nvPr userDrawn="1"/>
        </p:nvSpPr>
        <p:spPr>
          <a:xfrm>
            <a:off x="-1" y="0"/>
            <a:ext cx="9144000" cy="5055998"/>
          </a:xfrm>
          <a:prstGeom prst="rect">
            <a:avLst/>
          </a:prstGeom>
          <a:solidFill>
            <a:srgbClr val="1D3557">
              <a:alpha val="9300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460C56B2-D6DE-C3DE-F113-9E56A3CE3B1E}"/>
              </a:ext>
            </a:extLst>
          </p:cNvPr>
          <p:cNvCxnSpPr>
            <a:cxnSpLocks/>
          </p:cNvCxnSpPr>
          <p:nvPr userDrawn="1"/>
        </p:nvCxnSpPr>
        <p:spPr>
          <a:xfrm>
            <a:off x="2209212" y="2345635"/>
            <a:ext cx="4734513" cy="0"/>
          </a:xfrm>
          <a:prstGeom prst="line">
            <a:avLst/>
          </a:prstGeom>
          <a:ln w="25400">
            <a:solidFill>
              <a:srgbClr val="F2A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991B48B8-5F01-3A8D-0935-76CE59085596}"/>
              </a:ext>
            </a:extLst>
          </p:cNvPr>
          <p:cNvSpPr/>
          <p:nvPr userDrawn="1"/>
        </p:nvSpPr>
        <p:spPr>
          <a:xfrm>
            <a:off x="0" y="4747846"/>
            <a:ext cx="9144000" cy="395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350"/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4FFB1E48-A550-72A0-A0C6-0D9CD58976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71282" y="4819812"/>
            <a:ext cx="637791" cy="256877"/>
          </a:xfrm>
          <a:custGeom>
            <a:avLst/>
            <a:gdLst>
              <a:gd name="connsiteX0" fmla="*/ 0 w 6471138"/>
              <a:gd name="connsiteY0" fmla="*/ 0 h 2606311"/>
              <a:gd name="connsiteX1" fmla="*/ 6471138 w 6471138"/>
              <a:gd name="connsiteY1" fmla="*/ 0 h 2606311"/>
              <a:gd name="connsiteX2" fmla="*/ 6471138 w 6471138"/>
              <a:gd name="connsiteY2" fmla="*/ 2606311 h 2606311"/>
              <a:gd name="connsiteX3" fmla="*/ 0 w 6471138"/>
              <a:gd name="connsiteY3" fmla="*/ 2606311 h 2606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71138" h="2606311">
                <a:moveTo>
                  <a:pt x="0" y="0"/>
                </a:moveTo>
                <a:lnTo>
                  <a:pt x="6471138" y="0"/>
                </a:lnTo>
                <a:lnTo>
                  <a:pt x="6471138" y="2606311"/>
                </a:lnTo>
                <a:lnTo>
                  <a:pt x="0" y="2606311"/>
                </a:lnTo>
                <a:close/>
              </a:path>
            </a:pathLst>
          </a:custGeom>
        </p:spPr>
      </p:pic>
      <p:sp>
        <p:nvSpPr>
          <p:cNvPr id="9" name="TextBox 54">
            <a:extLst>
              <a:ext uri="{FF2B5EF4-FFF2-40B4-BE49-F238E27FC236}">
                <a16:creationId xmlns:a16="http://schemas.microsoft.com/office/drawing/2014/main" id="{1BD7CA47-823F-C475-BDC4-BF0E35F0781E}"/>
              </a:ext>
            </a:extLst>
          </p:cNvPr>
          <p:cNvSpPr txBox="1"/>
          <p:nvPr userDrawn="1"/>
        </p:nvSpPr>
        <p:spPr>
          <a:xfrm>
            <a:off x="289878" y="4857492"/>
            <a:ext cx="4137409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788">
                <a:solidFill>
                  <a:srgbClr val="38619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Local Design Construction – Central Europe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8DAB6D2-BC4D-1B86-43F6-CDB0FDE8E1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161" y="1664725"/>
            <a:ext cx="8107679" cy="6728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50" b="1" i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4050"/>
            </a:lvl2pPr>
            <a:lvl3pPr>
              <a:defRPr sz="4050"/>
            </a:lvl3pPr>
            <a:lvl4pPr>
              <a:defRPr sz="4050"/>
            </a:lvl4pPr>
            <a:lvl5pPr>
              <a:defRPr sz="4050"/>
            </a:lvl5pPr>
          </a:lstStyle>
          <a:p>
            <a:pPr lvl="0"/>
            <a:r>
              <a:rPr lang="de-DE"/>
              <a:t>Masterpräsentation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8245E2C-6984-A649-9943-0A41174932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09212" y="2571750"/>
            <a:ext cx="4734513" cy="19316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de-DE" sz="1050">
                <a:solidFill>
                  <a:srgbClr val="F1F1F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Gerne kannst du die Präsentation kopieren, und mit deinen Inhalten füllen, angefangen mit diesem Titel. Benutze die Seiten die dir gefallen und passe sie beliebig an. </a:t>
            </a:r>
          </a:p>
        </p:txBody>
      </p:sp>
    </p:spTree>
    <p:extLst>
      <p:ext uri="{BB962C8B-B14F-4D97-AF65-F5344CB8AC3E}">
        <p14:creationId xmlns:p14="http://schemas.microsoft.com/office/powerpoint/2010/main" val="2616639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her - Nach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742E421-105D-431D-AC8E-C602E4DBF704}"/>
              </a:ext>
            </a:extLst>
          </p:cNvPr>
          <p:cNvSpPr/>
          <p:nvPr userDrawn="1"/>
        </p:nvSpPr>
        <p:spPr>
          <a:xfrm>
            <a:off x="7467600" y="0"/>
            <a:ext cx="16764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0EA683AC-63B2-41AB-BBCC-19690604E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263" y="133350"/>
            <a:ext cx="3861537" cy="2424243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i="0" kern="1200" dirty="0" smtClean="0">
                <a:solidFill>
                  <a:srgbClr val="365F9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Textplatzhalter 22">
            <a:extLst>
              <a:ext uri="{FF2B5EF4-FFF2-40B4-BE49-F238E27FC236}">
                <a16:creationId xmlns:a16="http://schemas.microsoft.com/office/drawing/2014/main" id="{D49048EF-614D-4A93-BF00-73F70ED477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5800" y="2633793"/>
            <a:ext cx="2743200" cy="8767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2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3017F64-EF89-4D12-8618-71998AFB5C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263" y="2633793"/>
            <a:ext cx="3861537" cy="243840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indent="0">
              <a:buNone/>
              <a:defRPr sz="1050" i="0">
                <a:solidFill>
                  <a:srgbClr val="365F9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platzhalter 22">
            <a:extLst>
              <a:ext uri="{FF2B5EF4-FFF2-40B4-BE49-F238E27FC236}">
                <a16:creationId xmlns:a16="http://schemas.microsoft.com/office/drawing/2014/main" id="{57604843-CD35-4D8E-8060-AE20B3230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5800" y="133350"/>
            <a:ext cx="2743200" cy="877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1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C8495F9-A05C-4C45-931B-9CF93A76A9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557836"/>
            <a:ext cx="990600" cy="433388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55D4EB5D-5A04-4B1F-A7E3-6909FFDE1310}"/>
              </a:ext>
            </a:extLst>
          </p:cNvPr>
          <p:cNvSpPr/>
          <p:nvPr userDrawn="1"/>
        </p:nvSpPr>
        <p:spPr>
          <a:xfrm>
            <a:off x="8610600" y="133350"/>
            <a:ext cx="381000" cy="228600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fld id="{1C936692-C5EA-4B3B-AF13-178D74A974AF}" type="slidenum">
              <a:rPr lang="de-DE" sz="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‹Nr.›</a:t>
            </a:fld>
            <a:endParaRPr lang="de-DE" sz="8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DFBB2DD-8C6E-0D64-42E0-2D344263607E}"/>
              </a:ext>
            </a:extLst>
          </p:cNvPr>
          <p:cNvSpPr txBox="1"/>
          <p:nvPr userDrawn="1"/>
        </p:nvSpPr>
        <p:spPr>
          <a:xfrm rot="16200000">
            <a:off x="-944446" y="1152495"/>
            <a:ext cx="2438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b="1" i="0" cap="small" baseline="0">
                <a:solidFill>
                  <a:schemeClr val="accent2"/>
                </a:solidFill>
              </a:rPr>
              <a:t>Vorher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F5CA1EC-D49D-4C00-6D43-B54EDFBA8BE7}"/>
              </a:ext>
            </a:extLst>
          </p:cNvPr>
          <p:cNvSpPr txBox="1"/>
          <p:nvPr userDrawn="1"/>
        </p:nvSpPr>
        <p:spPr>
          <a:xfrm rot="16200000">
            <a:off x="-931050" y="3657038"/>
            <a:ext cx="2438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b="1" i="0" cap="small" baseline="0">
                <a:solidFill>
                  <a:schemeClr val="accent3"/>
                </a:solidFill>
              </a:rPr>
              <a:t>Nachher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53C3D70D-FA68-F503-7A6D-00DAB0CA7A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43801" y="869334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1200" smtClean="0">
                <a:solidFill>
                  <a:srgbClr val="F2F2F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marL="0" lvl="0"/>
            <a:r>
              <a:rPr lang="de-DE"/>
              <a:t>Thema der Seite</a:t>
            </a:r>
          </a:p>
        </p:txBody>
      </p:sp>
      <p:sp>
        <p:nvSpPr>
          <p:cNvPr id="20" name="Textplatzhalter 18">
            <a:extLst>
              <a:ext uri="{FF2B5EF4-FFF2-40B4-BE49-F238E27FC236}">
                <a16:creationId xmlns:a16="http://schemas.microsoft.com/office/drawing/2014/main" id="{F16BD42C-5B8C-D15E-0FF6-B3AE82EDA0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799" y="165390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DEU1234 Saal-Bezeichnung</a:t>
            </a:r>
          </a:p>
        </p:txBody>
      </p:sp>
      <p:sp>
        <p:nvSpPr>
          <p:cNvPr id="23" name="Textplatzhalter 18">
            <a:extLst>
              <a:ext uri="{FF2B5EF4-FFF2-40B4-BE49-F238E27FC236}">
                <a16:creationId xmlns:a16="http://schemas.microsoft.com/office/drawing/2014/main" id="{AED802E2-9DA2-B5AD-C647-9F9DC96A3C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1905" y="2264461"/>
            <a:ext cx="153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noProof="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Weitere Erläuterung zu der Seite (optional)</a:t>
            </a:r>
          </a:p>
        </p:txBody>
      </p:sp>
    </p:spTree>
    <p:extLst>
      <p:ext uri="{BB962C8B-B14F-4D97-AF65-F5344CB8AC3E}">
        <p14:creationId xmlns:p14="http://schemas.microsoft.com/office/powerpoint/2010/main" val="156485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her ausführlich - 2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742E421-105D-431D-AC8E-C602E4DBF704}"/>
              </a:ext>
            </a:extLst>
          </p:cNvPr>
          <p:cNvSpPr/>
          <p:nvPr userDrawn="1"/>
        </p:nvSpPr>
        <p:spPr>
          <a:xfrm>
            <a:off x="7467600" y="0"/>
            <a:ext cx="16764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24E87E8-3AE6-4AEE-98B7-1B23ECC887E6}"/>
              </a:ext>
            </a:extLst>
          </p:cNvPr>
          <p:cNvSpPr/>
          <p:nvPr userDrawn="1"/>
        </p:nvSpPr>
        <p:spPr>
          <a:xfrm>
            <a:off x="7543800" y="0"/>
            <a:ext cx="16002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0EA683AC-63B2-41AB-BBCC-19690604E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263" y="133350"/>
            <a:ext cx="3861537" cy="2424243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i="0" kern="1200" dirty="0" smtClean="0">
                <a:solidFill>
                  <a:srgbClr val="365F9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Textplatzhalter 22">
            <a:extLst>
              <a:ext uri="{FF2B5EF4-FFF2-40B4-BE49-F238E27FC236}">
                <a16:creationId xmlns:a16="http://schemas.microsoft.com/office/drawing/2014/main" id="{D49048EF-614D-4A93-BF00-73F70ED477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5800" y="2633793"/>
            <a:ext cx="2743200" cy="8767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2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3017F64-EF89-4D12-8618-71998AFB5C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263" y="2633793"/>
            <a:ext cx="3861537" cy="243840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indent="0">
              <a:buNone/>
              <a:defRPr sz="1050" i="0">
                <a:solidFill>
                  <a:srgbClr val="365F9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platzhalter 22">
            <a:extLst>
              <a:ext uri="{FF2B5EF4-FFF2-40B4-BE49-F238E27FC236}">
                <a16:creationId xmlns:a16="http://schemas.microsoft.com/office/drawing/2014/main" id="{57604843-CD35-4D8E-8060-AE20B3230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5800" y="133350"/>
            <a:ext cx="2743200" cy="877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1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C8495F9-A05C-4C45-931B-9CF93A76A9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557836"/>
            <a:ext cx="990600" cy="433388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55D4EB5D-5A04-4B1F-A7E3-6909FFDE1310}"/>
              </a:ext>
            </a:extLst>
          </p:cNvPr>
          <p:cNvSpPr/>
          <p:nvPr userDrawn="1"/>
        </p:nvSpPr>
        <p:spPr>
          <a:xfrm>
            <a:off x="8610600" y="133350"/>
            <a:ext cx="381000" cy="228600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fld id="{1C936692-C5EA-4B3B-AF13-178D74A974AF}" type="slidenum">
              <a:rPr lang="de-DE" sz="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‹Nr.›</a:t>
            </a:fld>
            <a:endParaRPr lang="de-DE" sz="8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007AC83-1BC4-AFCA-3EAE-F58666CD4C6A}"/>
              </a:ext>
            </a:extLst>
          </p:cNvPr>
          <p:cNvSpPr txBox="1"/>
          <p:nvPr userDrawn="1"/>
        </p:nvSpPr>
        <p:spPr>
          <a:xfrm rot="16200000">
            <a:off x="-944446" y="1152495"/>
            <a:ext cx="2438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b="1" i="0" cap="small" baseline="0">
                <a:solidFill>
                  <a:schemeClr val="accent2"/>
                </a:solidFill>
              </a:rPr>
              <a:t>Vorher</a:t>
            </a:r>
          </a:p>
        </p:txBody>
      </p:sp>
      <p:sp>
        <p:nvSpPr>
          <p:cNvPr id="11" name="Textplatzhalter 18">
            <a:extLst>
              <a:ext uri="{FF2B5EF4-FFF2-40B4-BE49-F238E27FC236}">
                <a16:creationId xmlns:a16="http://schemas.microsoft.com/office/drawing/2014/main" id="{6890A0DF-9356-B7AD-86E0-905F68280F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43801" y="869334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1200" smtClean="0">
                <a:solidFill>
                  <a:srgbClr val="F2F2F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marL="0" lvl="0"/>
            <a:r>
              <a:rPr lang="de-DE"/>
              <a:t>Thema der Seite</a:t>
            </a:r>
          </a:p>
        </p:txBody>
      </p:sp>
      <p:sp>
        <p:nvSpPr>
          <p:cNvPr id="14" name="Textplatzhalter 18">
            <a:extLst>
              <a:ext uri="{FF2B5EF4-FFF2-40B4-BE49-F238E27FC236}">
                <a16:creationId xmlns:a16="http://schemas.microsoft.com/office/drawing/2014/main" id="{7D18E845-A13B-0DC1-DB9A-BCC6C7FF38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799" y="165390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DEU1234 Saal-Bezeichnung</a:t>
            </a:r>
          </a:p>
        </p:txBody>
      </p:sp>
      <p:sp>
        <p:nvSpPr>
          <p:cNvPr id="16" name="Textplatzhalter 18">
            <a:extLst>
              <a:ext uri="{FF2B5EF4-FFF2-40B4-BE49-F238E27FC236}">
                <a16:creationId xmlns:a16="http://schemas.microsoft.com/office/drawing/2014/main" id="{987E0A1B-60E6-46BB-9346-3227302A68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1905" y="2264461"/>
            <a:ext cx="153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noProof="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Weitere Erläuterung zu der Seite (optional)</a:t>
            </a:r>
          </a:p>
        </p:txBody>
      </p:sp>
    </p:spTree>
    <p:extLst>
      <p:ext uri="{BB962C8B-B14F-4D97-AF65-F5344CB8AC3E}">
        <p14:creationId xmlns:p14="http://schemas.microsoft.com/office/powerpoint/2010/main" val="171797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chher ausführlich - 2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742E421-105D-431D-AC8E-C602E4DBF704}"/>
              </a:ext>
            </a:extLst>
          </p:cNvPr>
          <p:cNvSpPr/>
          <p:nvPr userDrawn="1"/>
        </p:nvSpPr>
        <p:spPr>
          <a:xfrm>
            <a:off x="7467600" y="0"/>
            <a:ext cx="16764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24E87E8-3AE6-4AEE-98B7-1B23ECC887E6}"/>
              </a:ext>
            </a:extLst>
          </p:cNvPr>
          <p:cNvSpPr/>
          <p:nvPr userDrawn="1"/>
        </p:nvSpPr>
        <p:spPr>
          <a:xfrm>
            <a:off x="7543800" y="0"/>
            <a:ext cx="16002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0EA683AC-63B2-41AB-BBCC-19690604E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263" y="133350"/>
            <a:ext cx="3861537" cy="2424243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i="0" kern="1200" dirty="0" smtClean="0">
                <a:solidFill>
                  <a:srgbClr val="365F9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Textplatzhalter 22">
            <a:extLst>
              <a:ext uri="{FF2B5EF4-FFF2-40B4-BE49-F238E27FC236}">
                <a16:creationId xmlns:a16="http://schemas.microsoft.com/office/drawing/2014/main" id="{D49048EF-614D-4A93-BF00-73F70ED477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5800" y="2633793"/>
            <a:ext cx="2743200" cy="8767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2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3017F64-EF89-4D12-8618-71998AFB5C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263" y="2633793"/>
            <a:ext cx="3861537" cy="243840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indent="0">
              <a:buNone/>
              <a:defRPr sz="1050" i="0">
                <a:solidFill>
                  <a:srgbClr val="365F9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platzhalter 22">
            <a:extLst>
              <a:ext uri="{FF2B5EF4-FFF2-40B4-BE49-F238E27FC236}">
                <a16:creationId xmlns:a16="http://schemas.microsoft.com/office/drawing/2014/main" id="{57604843-CD35-4D8E-8060-AE20B3230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5800" y="133350"/>
            <a:ext cx="2743200" cy="877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1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C8495F9-A05C-4C45-931B-9CF93A76A9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557836"/>
            <a:ext cx="990600" cy="433388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55D4EB5D-5A04-4B1F-A7E3-6909FFDE1310}"/>
              </a:ext>
            </a:extLst>
          </p:cNvPr>
          <p:cNvSpPr/>
          <p:nvPr userDrawn="1"/>
        </p:nvSpPr>
        <p:spPr>
          <a:xfrm>
            <a:off x="8610600" y="133350"/>
            <a:ext cx="381000" cy="228600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fld id="{1C936692-C5EA-4B3B-AF13-178D74A974AF}" type="slidenum">
              <a:rPr lang="de-DE" sz="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‹Nr.›</a:t>
            </a:fld>
            <a:endParaRPr lang="de-DE" sz="8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007AC83-1BC4-AFCA-3EAE-F58666CD4C6A}"/>
              </a:ext>
            </a:extLst>
          </p:cNvPr>
          <p:cNvSpPr txBox="1"/>
          <p:nvPr userDrawn="1"/>
        </p:nvSpPr>
        <p:spPr>
          <a:xfrm rot="16200000">
            <a:off x="-944446" y="1152495"/>
            <a:ext cx="2438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b="1" i="0" cap="small" baseline="0">
                <a:solidFill>
                  <a:schemeClr val="accent3"/>
                </a:solidFill>
              </a:rPr>
              <a:t>Nachher</a:t>
            </a:r>
          </a:p>
        </p:txBody>
      </p:sp>
      <p:sp>
        <p:nvSpPr>
          <p:cNvPr id="11" name="Textplatzhalter 18">
            <a:extLst>
              <a:ext uri="{FF2B5EF4-FFF2-40B4-BE49-F238E27FC236}">
                <a16:creationId xmlns:a16="http://schemas.microsoft.com/office/drawing/2014/main" id="{6A310741-36DD-E68B-74F4-F67FC03AD1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43801" y="869334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1200" smtClean="0">
                <a:solidFill>
                  <a:srgbClr val="F2F2F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marL="0" lvl="0"/>
            <a:r>
              <a:rPr lang="de-DE"/>
              <a:t>Thema der Seite</a:t>
            </a:r>
          </a:p>
        </p:txBody>
      </p:sp>
      <p:sp>
        <p:nvSpPr>
          <p:cNvPr id="14" name="Textplatzhalter 18">
            <a:extLst>
              <a:ext uri="{FF2B5EF4-FFF2-40B4-BE49-F238E27FC236}">
                <a16:creationId xmlns:a16="http://schemas.microsoft.com/office/drawing/2014/main" id="{74417750-2C61-C9FB-5B0B-F2343079DB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799" y="165390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DEU1234 Saal-Bezeichnung</a:t>
            </a:r>
          </a:p>
        </p:txBody>
      </p:sp>
      <p:sp>
        <p:nvSpPr>
          <p:cNvPr id="16" name="Textplatzhalter 18">
            <a:extLst>
              <a:ext uri="{FF2B5EF4-FFF2-40B4-BE49-F238E27FC236}">
                <a16:creationId xmlns:a16="http://schemas.microsoft.com/office/drawing/2014/main" id="{25381B68-13CA-8956-FD7B-2ADE2CD132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1905" y="2264461"/>
            <a:ext cx="153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noProof="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Weitere Erläuterung zu der Seite (optional)</a:t>
            </a:r>
          </a:p>
        </p:txBody>
      </p:sp>
    </p:spTree>
    <p:extLst>
      <p:ext uri="{BB962C8B-B14F-4D97-AF65-F5344CB8AC3E}">
        <p14:creationId xmlns:p14="http://schemas.microsoft.com/office/powerpoint/2010/main" val="37830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gemein - 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F24E87E8-3AE6-4AEE-98B7-1B23ECC887E6}"/>
              </a:ext>
            </a:extLst>
          </p:cNvPr>
          <p:cNvSpPr/>
          <p:nvPr userDrawn="1"/>
        </p:nvSpPr>
        <p:spPr>
          <a:xfrm>
            <a:off x="7467600" y="0"/>
            <a:ext cx="16764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3017F64-EF89-4D12-8618-71998AFB5C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200" y="119063"/>
            <a:ext cx="7305421" cy="4586287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indent="0">
              <a:buNone/>
              <a:defRPr sz="1050" i="0">
                <a:solidFill>
                  <a:srgbClr val="365F9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platzhalter 22">
            <a:extLst>
              <a:ext uri="{FF2B5EF4-FFF2-40B4-BE49-F238E27FC236}">
                <a16:creationId xmlns:a16="http://schemas.microsoft.com/office/drawing/2014/main" id="{57604843-CD35-4D8E-8060-AE20B3230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9" y="4705350"/>
            <a:ext cx="7305421" cy="2995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1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6ADCC27-C096-455D-B558-2B3068459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557836"/>
            <a:ext cx="990600" cy="433388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5D4EB5D-5A04-4B1F-A7E3-6909FFDE1310}"/>
              </a:ext>
            </a:extLst>
          </p:cNvPr>
          <p:cNvSpPr/>
          <p:nvPr userDrawn="1"/>
        </p:nvSpPr>
        <p:spPr>
          <a:xfrm>
            <a:off x="8610600" y="133350"/>
            <a:ext cx="381000" cy="228600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fld id="{1C936692-C5EA-4B3B-AF13-178D74A974AF}" type="slidenum">
              <a:rPr lang="de-DE" sz="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‹Nr.›</a:t>
            </a:fld>
            <a:endParaRPr lang="de-DE" sz="8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platzhalter 18">
            <a:extLst>
              <a:ext uri="{FF2B5EF4-FFF2-40B4-BE49-F238E27FC236}">
                <a16:creationId xmlns:a16="http://schemas.microsoft.com/office/drawing/2014/main" id="{C9FE7603-3F18-0382-F2E5-AB44E6F17A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43801" y="869334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1200" smtClean="0">
                <a:solidFill>
                  <a:srgbClr val="F2F2F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marL="0" lvl="0"/>
            <a:r>
              <a:rPr lang="de-DE"/>
              <a:t>Thema der Seite</a:t>
            </a:r>
          </a:p>
        </p:txBody>
      </p:sp>
      <p:sp>
        <p:nvSpPr>
          <p:cNvPr id="10" name="Textplatzhalter 18">
            <a:extLst>
              <a:ext uri="{FF2B5EF4-FFF2-40B4-BE49-F238E27FC236}">
                <a16:creationId xmlns:a16="http://schemas.microsoft.com/office/drawing/2014/main" id="{5B22EE16-8D0C-9BEE-1210-46DE720B0D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799" y="165390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DEU1234 Saal-Bezeichnung</a:t>
            </a:r>
          </a:p>
        </p:txBody>
      </p:sp>
      <p:sp>
        <p:nvSpPr>
          <p:cNvPr id="11" name="Textplatzhalter 18">
            <a:extLst>
              <a:ext uri="{FF2B5EF4-FFF2-40B4-BE49-F238E27FC236}">
                <a16:creationId xmlns:a16="http://schemas.microsoft.com/office/drawing/2014/main" id="{33E01325-6CCB-62A2-D3E5-5D2ECE9E10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1905" y="2264461"/>
            <a:ext cx="153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noProof="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Weitere Erläuterung zu der Seite (optional)</a:t>
            </a:r>
          </a:p>
        </p:txBody>
      </p:sp>
    </p:spTree>
    <p:extLst>
      <p:ext uri="{BB962C8B-B14F-4D97-AF65-F5344CB8AC3E}">
        <p14:creationId xmlns:p14="http://schemas.microsoft.com/office/powerpoint/2010/main" val="3000358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gemein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F24E87E8-3AE6-4AEE-98B7-1B23ECC887E6}"/>
              </a:ext>
            </a:extLst>
          </p:cNvPr>
          <p:cNvSpPr/>
          <p:nvPr userDrawn="1"/>
        </p:nvSpPr>
        <p:spPr>
          <a:xfrm>
            <a:off x="7467600" y="0"/>
            <a:ext cx="16764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platzhalter 22">
            <a:extLst>
              <a:ext uri="{FF2B5EF4-FFF2-40B4-BE49-F238E27FC236}">
                <a16:creationId xmlns:a16="http://schemas.microsoft.com/office/drawing/2014/main" id="{57604843-CD35-4D8E-8060-AE20B3230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9" y="133350"/>
            <a:ext cx="7305421" cy="48715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6ADCC27-C096-455D-B558-2B3068459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557836"/>
            <a:ext cx="990600" cy="433388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5D4EB5D-5A04-4B1F-A7E3-6909FFDE1310}"/>
              </a:ext>
            </a:extLst>
          </p:cNvPr>
          <p:cNvSpPr/>
          <p:nvPr userDrawn="1"/>
        </p:nvSpPr>
        <p:spPr>
          <a:xfrm>
            <a:off x="8610600" y="133350"/>
            <a:ext cx="381000" cy="228600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fld id="{1C936692-C5EA-4B3B-AF13-178D74A974AF}" type="slidenum">
              <a:rPr lang="de-DE" sz="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‹Nr.›</a:t>
            </a:fld>
            <a:endParaRPr lang="de-DE" sz="8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platzhalter 18">
            <a:extLst>
              <a:ext uri="{FF2B5EF4-FFF2-40B4-BE49-F238E27FC236}">
                <a16:creationId xmlns:a16="http://schemas.microsoft.com/office/drawing/2014/main" id="{460AC9D3-3D87-741A-BF96-6DE3B6A99A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43801" y="869334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1200" smtClean="0">
                <a:solidFill>
                  <a:srgbClr val="F2F2F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marL="0" lvl="0"/>
            <a:r>
              <a:rPr lang="de-DE"/>
              <a:t>Thema der Seite</a:t>
            </a:r>
          </a:p>
        </p:txBody>
      </p:sp>
      <p:sp>
        <p:nvSpPr>
          <p:cNvPr id="10" name="Textplatzhalter 18">
            <a:extLst>
              <a:ext uri="{FF2B5EF4-FFF2-40B4-BE49-F238E27FC236}">
                <a16:creationId xmlns:a16="http://schemas.microsoft.com/office/drawing/2014/main" id="{982CE190-0C5D-CA60-403C-03D69DFE7F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799" y="165390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DEU1234 Saal-Bezeichnung</a:t>
            </a:r>
          </a:p>
        </p:txBody>
      </p:sp>
      <p:sp>
        <p:nvSpPr>
          <p:cNvPr id="11" name="Textplatzhalter 18">
            <a:extLst>
              <a:ext uri="{FF2B5EF4-FFF2-40B4-BE49-F238E27FC236}">
                <a16:creationId xmlns:a16="http://schemas.microsoft.com/office/drawing/2014/main" id="{8FC4846D-F010-97A2-0267-7A4EA8D91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1905" y="2264461"/>
            <a:ext cx="153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noProof="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Weitere Erläuterung zu der Seite (optional)</a:t>
            </a:r>
          </a:p>
        </p:txBody>
      </p:sp>
    </p:spTree>
    <p:extLst>
      <p:ext uri="{BB962C8B-B14F-4D97-AF65-F5344CB8AC3E}">
        <p14:creationId xmlns:p14="http://schemas.microsoft.com/office/powerpoint/2010/main" val="2159076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gemein - 2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742E421-105D-431D-AC8E-C602E4DBF704}"/>
              </a:ext>
            </a:extLst>
          </p:cNvPr>
          <p:cNvSpPr/>
          <p:nvPr userDrawn="1"/>
        </p:nvSpPr>
        <p:spPr>
          <a:xfrm>
            <a:off x="7467600" y="0"/>
            <a:ext cx="16764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24E87E8-3AE6-4AEE-98B7-1B23ECC887E6}"/>
              </a:ext>
            </a:extLst>
          </p:cNvPr>
          <p:cNvSpPr/>
          <p:nvPr userDrawn="1"/>
        </p:nvSpPr>
        <p:spPr>
          <a:xfrm>
            <a:off x="7543800" y="0"/>
            <a:ext cx="16002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0EA683AC-63B2-41AB-BBCC-19690604E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263" y="133350"/>
            <a:ext cx="3861537" cy="2424243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i="0" kern="1200" dirty="0" smtClean="0">
                <a:solidFill>
                  <a:srgbClr val="365F9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Textplatzhalter 22">
            <a:extLst>
              <a:ext uri="{FF2B5EF4-FFF2-40B4-BE49-F238E27FC236}">
                <a16:creationId xmlns:a16="http://schemas.microsoft.com/office/drawing/2014/main" id="{D49048EF-614D-4A93-BF00-73F70ED477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5800" y="2633793"/>
            <a:ext cx="2279576" cy="8767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2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3017F64-EF89-4D12-8618-71998AFB5C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263" y="2633793"/>
            <a:ext cx="3861537" cy="243840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indent="0">
              <a:buNone/>
              <a:defRPr sz="1050" i="0">
                <a:solidFill>
                  <a:srgbClr val="365F9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platzhalter 22">
            <a:extLst>
              <a:ext uri="{FF2B5EF4-FFF2-40B4-BE49-F238E27FC236}">
                <a16:creationId xmlns:a16="http://schemas.microsoft.com/office/drawing/2014/main" id="{57604843-CD35-4D8E-8060-AE20B3230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5800" y="133350"/>
            <a:ext cx="2310657" cy="877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1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C8495F9-A05C-4C45-931B-9CF93A76A9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557836"/>
            <a:ext cx="990600" cy="433388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55D4EB5D-5A04-4B1F-A7E3-6909FFDE1310}"/>
              </a:ext>
            </a:extLst>
          </p:cNvPr>
          <p:cNvSpPr/>
          <p:nvPr userDrawn="1"/>
        </p:nvSpPr>
        <p:spPr>
          <a:xfrm>
            <a:off x="8610600" y="133350"/>
            <a:ext cx="381000" cy="228600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fld id="{1C936692-C5EA-4B3B-AF13-178D74A974AF}" type="slidenum">
              <a:rPr lang="de-DE" sz="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‹Nr.›</a:t>
            </a:fld>
            <a:endParaRPr lang="de-DE" sz="8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Textplatzhalter 18">
            <a:extLst>
              <a:ext uri="{FF2B5EF4-FFF2-40B4-BE49-F238E27FC236}">
                <a16:creationId xmlns:a16="http://schemas.microsoft.com/office/drawing/2014/main" id="{03BE94E7-5A13-1CB9-3B54-DE8AA76F6D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43801" y="869334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1200" smtClean="0">
                <a:solidFill>
                  <a:srgbClr val="F2F2F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marL="0" lvl="0"/>
            <a:r>
              <a:rPr lang="de-DE"/>
              <a:t>Thema der Seite</a:t>
            </a:r>
          </a:p>
        </p:txBody>
      </p:sp>
      <p:sp>
        <p:nvSpPr>
          <p:cNvPr id="11" name="Textplatzhalter 18">
            <a:extLst>
              <a:ext uri="{FF2B5EF4-FFF2-40B4-BE49-F238E27FC236}">
                <a16:creationId xmlns:a16="http://schemas.microsoft.com/office/drawing/2014/main" id="{D373C9A7-AAD7-2FA7-5623-B3924BD71A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799" y="165390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DEU1234 Saal-Bezeichnung</a:t>
            </a:r>
          </a:p>
        </p:txBody>
      </p:sp>
      <p:sp>
        <p:nvSpPr>
          <p:cNvPr id="14" name="Textplatzhalter 18">
            <a:extLst>
              <a:ext uri="{FF2B5EF4-FFF2-40B4-BE49-F238E27FC236}">
                <a16:creationId xmlns:a16="http://schemas.microsoft.com/office/drawing/2014/main" id="{907DE8E8-2799-8AEB-032A-8696642E89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1905" y="2264461"/>
            <a:ext cx="153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noProof="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Weitere Erläuterung zu der Seite (optional)</a:t>
            </a:r>
          </a:p>
        </p:txBody>
      </p:sp>
    </p:spTree>
    <p:extLst>
      <p:ext uri="{BB962C8B-B14F-4D97-AF65-F5344CB8AC3E}">
        <p14:creationId xmlns:p14="http://schemas.microsoft.com/office/powerpoint/2010/main" val="874261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gemein - 4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F24E87E8-3AE6-4AEE-98B7-1B23ECC887E6}"/>
              </a:ext>
            </a:extLst>
          </p:cNvPr>
          <p:cNvSpPr/>
          <p:nvPr userDrawn="1"/>
        </p:nvSpPr>
        <p:spPr>
          <a:xfrm>
            <a:off x="7467600" y="0"/>
            <a:ext cx="16764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475093E4-AADF-43CC-BC47-C89C910108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202" y="2590081"/>
            <a:ext cx="3555014" cy="223181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i="0" kern="1200" dirty="0" smtClean="0">
                <a:solidFill>
                  <a:srgbClr val="365F9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16B73B6C-CBDD-41D9-B2B7-ABB48B3586F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1900" y="2590081"/>
            <a:ext cx="3555014" cy="223181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i="0" kern="1200" dirty="0" smtClean="0">
                <a:solidFill>
                  <a:srgbClr val="365F9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0EA683AC-63B2-41AB-BBCC-19690604E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71900" y="50132"/>
            <a:ext cx="3555014" cy="223181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i="0" kern="1200" dirty="0" smtClean="0">
                <a:solidFill>
                  <a:srgbClr val="365F9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Textplatzhalter 22">
            <a:extLst>
              <a:ext uri="{FF2B5EF4-FFF2-40B4-BE49-F238E27FC236}">
                <a16:creationId xmlns:a16="http://schemas.microsoft.com/office/drawing/2014/main" id="{D49048EF-614D-4A93-BF00-73F70ED477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71900" y="2278310"/>
            <a:ext cx="3555014" cy="2226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2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3017F64-EF89-4D12-8618-71998AFB5C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202" y="57150"/>
            <a:ext cx="3555014" cy="223181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indent="0">
              <a:buNone/>
              <a:defRPr sz="1050" i="0">
                <a:solidFill>
                  <a:srgbClr val="365F9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platzhalter 22">
            <a:extLst>
              <a:ext uri="{FF2B5EF4-FFF2-40B4-BE49-F238E27FC236}">
                <a16:creationId xmlns:a16="http://schemas.microsoft.com/office/drawing/2014/main" id="{57604843-CD35-4D8E-8060-AE20B3230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01" y="2288960"/>
            <a:ext cx="3555014" cy="2226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1</a:t>
            </a:r>
          </a:p>
        </p:txBody>
      </p:sp>
      <p:sp>
        <p:nvSpPr>
          <p:cNvPr id="8" name="Textplatzhalter 22">
            <a:extLst>
              <a:ext uri="{FF2B5EF4-FFF2-40B4-BE49-F238E27FC236}">
                <a16:creationId xmlns:a16="http://schemas.microsoft.com/office/drawing/2014/main" id="{8B5E7441-B4BC-4668-9E7D-D823CEFC56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01" y="4821891"/>
            <a:ext cx="3555013" cy="2226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3</a:t>
            </a:r>
          </a:p>
        </p:txBody>
      </p:sp>
      <p:sp>
        <p:nvSpPr>
          <p:cNvPr id="9" name="Textplatzhalter 22">
            <a:extLst>
              <a:ext uri="{FF2B5EF4-FFF2-40B4-BE49-F238E27FC236}">
                <a16:creationId xmlns:a16="http://schemas.microsoft.com/office/drawing/2014/main" id="{62FAC5E6-8D48-4C84-9798-F776617F68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71900" y="4821890"/>
            <a:ext cx="3555014" cy="2226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4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382AE3C-BBC7-4AB8-A7FA-D2ABC41A2B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557836"/>
            <a:ext cx="990600" cy="433388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5D4EB5D-5A04-4B1F-A7E3-6909FFDE1310}"/>
              </a:ext>
            </a:extLst>
          </p:cNvPr>
          <p:cNvSpPr/>
          <p:nvPr userDrawn="1"/>
        </p:nvSpPr>
        <p:spPr>
          <a:xfrm>
            <a:off x="8610600" y="133350"/>
            <a:ext cx="381000" cy="228600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fld id="{1C936692-C5EA-4B3B-AF13-178D74A974AF}" type="slidenum">
              <a:rPr lang="de-DE" sz="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‹Nr.›</a:t>
            </a:fld>
            <a:endParaRPr lang="de-DE" sz="8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platzhalter 18">
            <a:extLst>
              <a:ext uri="{FF2B5EF4-FFF2-40B4-BE49-F238E27FC236}">
                <a16:creationId xmlns:a16="http://schemas.microsoft.com/office/drawing/2014/main" id="{886AEB33-2E13-6124-4FA4-06460F8627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3801" y="869334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1200" smtClean="0">
                <a:solidFill>
                  <a:srgbClr val="F2F2F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marL="0" lvl="0"/>
            <a:r>
              <a:rPr lang="de-DE"/>
              <a:t>Thema der Seite</a:t>
            </a:r>
          </a:p>
        </p:txBody>
      </p:sp>
      <p:sp>
        <p:nvSpPr>
          <p:cNvPr id="17" name="Textplatzhalter 18">
            <a:extLst>
              <a:ext uri="{FF2B5EF4-FFF2-40B4-BE49-F238E27FC236}">
                <a16:creationId xmlns:a16="http://schemas.microsoft.com/office/drawing/2014/main" id="{45BD6DB7-7040-9682-30D4-AF720111C8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43799" y="165390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DEU1234 Saal-Bezeichnung</a:t>
            </a:r>
          </a:p>
        </p:txBody>
      </p:sp>
      <p:sp>
        <p:nvSpPr>
          <p:cNvPr id="18" name="Textplatzhalter 18">
            <a:extLst>
              <a:ext uri="{FF2B5EF4-FFF2-40B4-BE49-F238E27FC236}">
                <a16:creationId xmlns:a16="http://schemas.microsoft.com/office/drawing/2014/main" id="{3F90381B-890A-261A-4033-4A67F4477A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31905" y="2264461"/>
            <a:ext cx="153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noProof="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Weitere Erläuterung zu der Seite (optional)</a:t>
            </a:r>
          </a:p>
        </p:txBody>
      </p:sp>
    </p:spTree>
    <p:extLst>
      <p:ext uri="{BB962C8B-B14F-4D97-AF65-F5344CB8AC3E}">
        <p14:creationId xmlns:p14="http://schemas.microsoft.com/office/powerpoint/2010/main" val="1620104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24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0" r:id="rId2"/>
    <p:sldLayoutId id="2147483707" r:id="rId3"/>
    <p:sldLayoutId id="2147483709" r:id="rId4"/>
    <p:sldLayoutId id="2147483702" r:id="rId5"/>
    <p:sldLayoutId id="2147483708" r:id="rId6"/>
    <p:sldLayoutId id="2147483706" r:id="rId7"/>
    <p:sldLayoutId id="2147483698" r:id="rId8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A6992E92-56AC-0B58-4CA9-6C9EB1DD252F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304626" y="1403782"/>
            <a:ext cx="6563944" cy="1012605"/>
          </a:xfrm>
          <a:prstGeom prst="rect">
            <a:avLst/>
          </a:prstGeom>
          <a:ln>
            <a:noFill/>
          </a:ln>
        </p:spPr>
        <p:txBody>
          <a:bodyPr anchor="ctr" anchorCtr="0">
            <a:noAutofit/>
          </a:bodyPr>
          <a:lstStyle>
            <a:lvl1pPr marL="0" indent="0" algn="ctr">
              <a:lnSpc>
                <a:spcPct val="150000"/>
              </a:lnSpc>
              <a:buNone/>
              <a:defRPr sz="20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de-DE" sz="2400"/>
              <a:t>Fotoreport AV/ELT-Instandsetzung</a:t>
            </a:r>
          </a:p>
        </p:txBody>
      </p:sp>
      <p:sp>
        <p:nvSpPr>
          <p:cNvPr id="7" name="Textplatzhalter 14">
            <a:extLst>
              <a:ext uri="{FF2B5EF4-FFF2-40B4-BE49-F238E27FC236}">
                <a16:creationId xmlns:a16="http://schemas.microsoft.com/office/drawing/2014/main" id="{BDA60B40-EE0E-2E47-AE4D-3A096473036F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209800" y="2647950"/>
            <a:ext cx="4800600" cy="1881842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 anchorCtr="0">
            <a:no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 sz="1200" dirty="0"/>
              <a:t>[Kennung]</a:t>
            </a:r>
          </a:p>
          <a:p>
            <a:r>
              <a:rPr lang="de-DE" sz="1200" dirty="0">
                <a:latin typeface="Segoe UI"/>
                <a:cs typeface="Segoe UI"/>
              </a:rPr>
              <a:t>[Saal]</a:t>
            </a:r>
            <a:br>
              <a:rPr lang="en-US" dirty="0"/>
            </a:br>
            <a:r>
              <a:rPr lang="de-DE" sz="1200" dirty="0">
                <a:latin typeface="Segoe UI"/>
                <a:cs typeface="Segoe UI"/>
              </a:rPr>
              <a:t>[Straße + Hausnummer]</a:t>
            </a:r>
            <a:endParaRPr lang="de-DE" dirty="0">
              <a:latin typeface="Segoe UI"/>
              <a:cs typeface="Segoe UI"/>
            </a:endParaRPr>
          </a:p>
          <a:p>
            <a:pPr lvl="0"/>
            <a:r>
              <a:rPr lang="de-DE" sz="1200" dirty="0"/>
              <a:t>[PLZ] [Ort]</a:t>
            </a:r>
          </a:p>
          <a:p>
            <a:pPr lvl="0"/>
            <a:endParaRPr lang="de-DE" sz="1200" dirty="0"/>
          </a:p>
          <a:p>
            <a:r>
              <a:rPr lang="de-DE" sz="1200" dirty="0">
                <a:latin typeface="Segoe UI"/>
                <a:cs typeface="Segoe UI"/>
              </a:rPr>
              <a:t>Leitende EFK:	[Name]</a:t>
            </a:r>
            <a:endParaRPr lang="de-DE" sz="1200" dirty="0"/>
          </a:p>
          <a:p>
            <a:pPr lvl="0"/>
            <a:r>
              <a:rPr lang="de-DE" sz="1200" dirty="0">
                <a:latin typeface="Segoe UI"/>
                <a:cs typeface="Segoe UI"/>
              </a:rPr>
              <a:t>Ausführungstermin:	[Datum]</a:t>
            </a:r>
            <a:endParaRPr lang="de-DE" sz="1200" dirty="0"/>
          </a:p>
          <a:p>
            <a:pPr lvl="0"/>
            <a:endParaRPr lang="de-DE" sz="1200" dirty="0"/>
          </a:p>
          <a:p>
            <a:pPr lvl="0"/>
            <a:endParaRPr lang="de-DE" sz="1200" dirty="0"/>
          </a:p>
          <a:p>
            <a:pPr lvl="0"/>
            <a:endParaRPr lang="de-DE" sz="1200" dirty="0"/>
          </a:p>
          <a:p>
            <a:pPr lvl="0"/>
            <a:endParaRPr lang="de-DE" sz="1200" dirty="0"/>
          </a:p>
          <a:p>
            <a:pPr lvl="0"/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604248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D72BA-7EE2-2A5B-FC13-5F463ABB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EE39F033-137B-ADD2-184A-C38646DA29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1A00B3-EA78-170E-A494-A0FA2FB6F5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95800" y="2633792"/>
            <a:ext cx="2743200" cy="2438399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2" name="Bildplatzhalter 1">
            <a:extLst>
              <a:ext uri="{FF2B5EF4-FFF2-40B4-BE49-F238E27FC236}">
                <a16:creationId xmlns:a16="http://schemas.microsoft.com/office/drawing/2014/main" id="{9E4B1DAB-1F67-A591-9C9F-7ED1C0481D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DF28DE-A22F-8570-FBB5-5D47FF4023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5800" y="133350"/>
            <a:ext cx="2743200" cy="2438398"/>
          </a:xfrm>
        </p:spPr>
        <p:txBody>
          <a:bodyPr lIns="91440" tIns="45720" rIns="91440" bIns="45720" anchor="t"/>
          <a:lstStyle/>
          <a:p>
            <a:r>
              <a:rPr lang="de-DE" dirty="0">
                <a:latin typeface="Segoe UI"/>
                <a:cs typeface="Segoe UI"/>
              </a:rPr>
              <a:t>🧩[Prüfung]</a:t>
            </a:r>
          </a:p>
          <a:p>
            <a:pPr fontAlgn="base"/>
            <a:r>
              <a:rPr lang="de-DE" dirty="0"/>
              <a:t>[Fehlerbeschreibung]</a:t>
            </a:r>
            <a:endParaRPr lang="en-US" dirty="0">
              <a:latin typeface="Segoe UI"/>
              <a:cs typeface="Segoe UI"/>
            </a:endParaRPr>
          </a:p>
          <a:p>
            <a:endParaRPr lang="de-DE" dirty="0"/>
          </a:p>
          <a:p>
            <a:r>
              <a:rPr lang="de-DE" dirty="0">
                <a:latin typeface="Segoe UI"/>
                <a:cs typeface="Segoe UI"/>
              </a:rPr>
              <a:t>⚠️Hinweis zur Behebung:​ [</a:t>
            </a:r>
            <a:r>
              <a:rPr lang="de-DE" dirty="0"/>
              <a:t>Beschreibung</a:t>
            </a:r>
            <a:r>
              <a:rPr lang="de-DE" dirty="0">
                <a:latin typeface="Segoe UI"/>
                <a:cs typeface="Segoe UI"/>
              </a:rPr>
              <a:t>]</a:t>
            </a:r>
            <a:endParaRPr lang="de-DE" dirty="0"/>
          </a:p>
          <a:p>
            <a:endParaRPr lang="de-DE" dirty="0">
              <a:latin typeface="Segoe UI"/>
              <a:cs typeface="Segoe UI"/>
            </a:endParaRPr>
          </a:p>
          <a:p>
            <a:r>
              <a:rPr lang="de-DE" dirty="0"/>
              <a:t>📦Material (Beschaffung durch …):​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C30E0B9-75CE-8107-AB70-9CE8DD79BD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43801" y="869334"/>
            <a:ext cx="1524000" cy="720197"/>
          </a:xfrm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>
                <a:latin typeface="Segoe UI Semibold"/>
                <a:cs typeface="Segoe UI Semibold"/>
              </a:rPr>
              <a:t>Instandsetzungs-</a:t>
            </a:r>
            <a:endParaRPr lang="en-US">
              <a:solidFill>
                <a:srgbClr val="000000"/>
              </a:solidFill>
              <a:latin typeface="Segoe UI Semibold"/>
              <a:cs typeface="Segoe UI Semibold"/>
            </a:endParaRPr>
          </a:p>
          <a:p>
            <a:r>
              <a:rPr lang="de-DE" dirty="0" err="1">
                <a:latin typeface="Segoe UI Semibold"/>
                <a:cs typeface="Segoe UI Semibold"/>
              </a:rPr>
              <a:t>report</a:t>
            </a:r>
            <a:endParaRPr lang="de-DE" dirty="0" err="1">
              <a:solidFill>
                <a:srgbClr val="000000"/>
              </a:solidFill>
              <a:latin typeface="Segoe UI Semibold"/>
              <a:cs typeface="Segoe UI Semibold"/>
            </a:endParaRPr>
          </a:p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C269A2A-2630-05F8-01D6-DE2BFB6B02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543799" y="1653908"/>
            <a:ext cx="1524000" cy="397032"/>
          </a:xfrm>
        </p:spPr>
        <p:txBody>
          <a:bodyPr/>
          <a:lstStyle/>
          <a:p>
            <a:r>
              <a:rPr lang="de-DE" dirty="0"/>
              <a:t>[Kennung + Ort + Straße]</a:t>
            </a:r>
          </a:p>
          <a:p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ED0CFD1-3EEB-62CC-3084-E5127A93AA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531905" y="2264461"/>
            <a:ext cx="1535894" cy="230832"/>
          </a:xfrm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dirty="0">
                <a:latin typeface="Segoe UI"/>
                <a:cs typeface="Segoe UI"/>
              </a:rPr>
              <a:t>[Position]</a:t>
            </a:r>
            <a:endParaRPr lang="de-DE" dirty="0"/>
          </a:p>
        </p:txBody>
      </p:sp>
      <p:sp>
        <p:nvSpPr>
          <p:cNvPr id="9" name="Textfeld 14">
            <a:extLst>
              <a:ext uri="{FF2B5EF4-FFF2-40B4-BE49-F238E27FC236}">
                <a16:creationId xmlns:a16="http://schemas.microsoft.com/office/drawing/2014/main" id="{1677BB3E-3BD3-18B6-3C10-75AF629369EA}"/>
              </a:ext>
            </a:extLst>
          </p:cNvPr>
          <p:cNvSpPr txBox="1"/>
          <p:nvPr/>
        </p:nvSpPr>
        <p:spPr>
          <a:xfrm>
            <a:off x="7467600" y="133350"/>
            <a:ext cx="1042137" cy="379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8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96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44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92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40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88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36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84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67" dirty="0">
                <a:solidFill>
                  <a:schemeClr val="bg2"/>
                </a:solidFill>
                <a:highlight>
                  <a:srgbClr val="77933C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[Art]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634360"/>
      </p:ext>
    </p:extLst>
  </p:cSld>
  <p:clrMapOvr>
    <a:masterClrMapping/>
  </p:clrMapOvr>
</p:sld>
</file>

<file path=ppt/theme/theme1.xml><?xml version="1.0" encoding="utf-8"?>
<a:theme xmlns:a="http://schemas.openxmlformats.org/drawingml/2006/main" name="Präsentation 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900" noProof="0" dirty="0" smtClean="0">
            <a:solidFill>
              <a:schemeClr val="bg1"/>
            </a:solidFill>
            <a:latin typeface="Segoe UI Semibold" panose="020B0702040204020203" pitchFamily="34" charset="0"/>
            <a:cs typeface="Segoe UI Semibold" panose="020B0702040204020203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548EE1657B8924FACB498004DBB5F2C" ma:contentTypeVersion="44" ma:contentTypeDescription="Ein neues Dokument erstellen." ma:contentTypeScope="" ma:versionID="630f3fc2a060d84666954ca8e81cf0dc">
  <xsd:schema xmlns:xsd="http://www.w3.org/2001/XMLSchema" xmlns:xs="http://www.w3.org/2001/XMLSchema" xmlns:p="http://schemas.microsoft.com/office/2006/metadata/properties" xmlns:ns2="5d5e18f2-5f31-49df-a144-98fd611d0d53" xmlns:ns3="14b32ccc-cc0b-407d-ad81-6c552568d27f" targetNamespace="http://schemas.microsoft.com/office/2006/metadata/properties" ma:root="true" ma:fieldsID="126998d8ee0a72c90191da0f0121343b" ns2:_="" ns3:_="">
    <xsd:import namespace="5d5e18f2-5f31-49df-a144-98fd611d0d53"/>
    <xsd:import namespace="14b32ccc-cc0b-407d-ad81-6c552568d27f"/>
    <xsd:element name="properties">
      <xsd:complexType>
        <xsd:sequence>
          <xsd:element name="documentManagement">
            <xsd:complexType>
              <xsd:all>
                <xsd:element ref="ns2:FR_x002d_Bereich" minOccurs="0"/>
                <xsd:element ref="ns2:IH_x002d_TrainerBereich" minOccurs="0"/>
                <xsd:element ref="ns2:Stra_x00df_e" minOccurs="0"/>
                <xsd:element ref="ns2:Ort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wxzn" minOccurs="0"/>
                <xsd:element ref="ns2:Elektro_x002d_Bereich" minOccurs="0"/>
                <xsd:element ref="ns2:PrimaryUse" minOccurs="0"/>
                <xsd:element ref="ns2:MediaLengthInSeconds" minOccurs="0"/>
                <xsd:element ref="ns2:Kamphue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5e18f2-5f31-49df-a144-98fd611d0d53" elementFormDefault="qualified">
    <xsd:import namespace="http://schemas.microsoft.com/office/2006/documentManagement/types"/>
    <xsd:import namespace="http://schemas.microsoft.com/office/infopath/2007/PartnerControls"/>
    <xsd:element name="FR_x002d_Bereich" ma:index="8" nillable="true" ma:displayName="FR-Bereich" ma:format="Dropdown" ma:internalName="FR_x002d_Bereich">
      <xsd:simpleType>
        <xsd:restriction base="dms:Text">
          <xsd:maxLength value="255"/>
        </xsd:restriction>
      </xsd:simpleType>
    </xsd:element>
    <xsd:element name="IH_x002d_TrainerBereich" ma:index="9" nillable="true" ma:displayName="IH-Trainer Bereich" ma:format="Dropdown" ma:internalName="IH_x002d_TrainerBereich">
      <xsd:simpleType>
        <xsd:restriction base="dms:Text">
          <xsd:maxLength value="255"/>
        </xsd:restriction>
      </xsd:simpleType>
    </xsd:element>
    <xsd:element name="Stra_x00df_e" ma:index="10" nillable="true" ma:displayName="Straße" ma:format="Dropdown" ma:internalName="Stra_x00df_e">
      <xsd:simpleType>
        <xsd:restriction base="dms:Text">
          <xsd:maxLength value="255"/>
        </xsd:restriction>
      </xsd:simpleType>
    </xsd:element>
    <xsd:element name="Ort" ma:index="11" nillable="true" ma:displayName="Ort" ma:format="Dropdown" ma:internalName="Ort">
      <xsd:simpleType>
        <xsd:restriction base="dms:Text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wxzn" ma:index="21" nillable="true" ma:displayName="Text" ma:internalName="wxzn">
      <xsd:simpleType>
        <xsd:restriction base="dms:Text"/>
      </xsd:simpleType>
    </xsd:element>
    <xsd:element name="Elektro_x002d_Bereich" ma:index="22" nillable="true" ma:displayName="Elektro-Bereich" ma:format="Dropdown" ma:internalName="Elektro_x002d_Bereich">
      <xsd:simpleType>
        <xsd:restriction base="dms:Text">
          <xsd:maxLength value="255"/>
        </xsd:restriction>
      </xsd:simpleType>
    </xsd:element>
    <xsd:element name="PrimaryUse" ma:index="23" nillable="true" ma:displayName="Primary Use" ma:format="Dropdown" ma:internalName="PrimaryUse">
      <xsd:simpleType>
        <xsd:restriction base="dms:Text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Kamphues" ma:index="25" nillable="true" ma:displayName="Kamphues" ma:format="Dropdown" ma:list="UserInfo" ma:SharePointGroup="0" ma:internalName="Kamphue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27" nillable="true" ma:taxonomy="true" ma:internalName="lcf76f155ced4ddcb4097134ff3c332f" ma:taxonomyFieldName="MediaServiceImageTags" ma:displayName="Bildmarkierungen" ma:readOnly="false" ma:fieldId="{5cf76f15-5ced-4ddc-b409-7134ff3c332f}" ma:taxonomyMulti="true" ma:sspId="b65eb1af-e7dc-4e37-85a6-d2733eb990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30" nillable="true" ma:displayName="Sign-off status" ma:internalName="Sign_x002d_off_x0020_status">
      <xsd:simpleType>
        <xsd:restriction base="dms:Text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b32ccc-cc0b-407d-ad81-6c552568d27f" elementFormDefault="qualified">
    <xsd:import namespace="http://schemas.microsoft.com/office/2006/documentManagement/types"/>
    <xsd:import namespace="http://schemas.microsoft.com/office/infopath/2007/PartnerControls"/>
    <xsd:element name="TaxCatchAll" ma:index="28" nillable="true" ma:displayName="Taxonomy Catch All Column" ma:hidden="true" ma:list="{ea39b642-4ba7-45fb-adac-6b7ee8cf5bc7}" ma:internalName="TaxCatchAll" ma:showField="CatchAllData" ma:web="14b32ccc-cc0b-407d-ad81-6c552568d2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wxzn xmlns="5d5e18f2-5f31-49df-a144-98fd611d0d53" xsi:nil="true"/>
    <IH_x002d_TrainerBereich xmlns="5d5e18f2-5f31-49df-a144-98fd611d0d53" xsi:nil="true"/>
    <Ort xmlns="5d5e18f2-5f31-49df-a144-98fd611d0d53" xsi:nil="true"/>
    <TaxCatchAll xmlns="14b32ccc-cc0b-407d-ad81-6c552568d27f" xsi:nil="true"/>
    <FR_x002d_Bereich xmlns="5d5e18f2-5f31-49df-a144-98fd611d0d53" xsi:nil="true"/>
    <Kamphues xmlns="5d5e18f2-5f31-49df-a144-98fd611d0d53">
      <UserInfo>
        <DisplayName/>
        <AccountId xsi:nil="true"/>
        <AccountType/>
      </UserInfo>
    </Kamphues>
    <PrimaryUse xmlns="5d5e18f2-5f31-49df-a144-98fd611d0d53" xsi:nil="true"/>
    <lcf76f155ced4ddcb4097134ff3c332f xmlns="5d5e18f2-5f31-49df-a144-98fd611d0d53">
      <Terms xmlns="http://schemas.microsoft.com/office/infopath/2007/PartnerControls"/>
    </lcf76f155ced4ddcb4097134ff3c332f>
    <_Flow_SignoffStatus xmlns="5d5e18f2-5f31-49df-a144-98fd611d0d53" xsi:nil="true"/>
    <Stra_x00df_e xmlns="5d5e18f2-5f31-49df-a144-98fd611d0d53" xsi:nil="true"/>
    <Elektro_x002d_Bereich xmlns="5d5e18f2-5f31-49df-a144-98fd611d0d5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834E1B-F049-448D-A011-3C987BA9F0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5e18f2-5f31-49df-a144-98fd611d0d53"/>
    <ds:schemaRef ds:uri="14b32ccc-cc0b-407d-ad81-6c552568d2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EF446DA-E216-403F-A422-0230115F1D09}">
  <ds:schemaRefs>
    <ds:schemaRef ds:uri="14b32ccc-cc0b-407d-ad81-6c552568d27f"/>
    <ds:schemaRef ds:uri="5d5e18f2-5f31-49df-a144-98fd611d0d53"/>
    <ds:schemaRef ds:uri="67855caa-f8c1-485b-873b-5cd3588015a7"/>
    <ds:schemaRef ds:uri="e4ee53ab-810f-4d10-902a-7751c644c1f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6257BD8-172C-4240-8039-D139336AA0D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Fotoreport ohne Logo</Template>
  <TotalTime>0</TotalTime>
  <Words>74</Words>
  <Application>Microsoft Office PowerPoint</Application>
  <PresentationFormat>Bildschirmpräsentation (16:9)</PresentationFormat>
  <Paragraphs>22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Calibri</vt:lpstr>
      <vt:lpstr>Segoe UI</vt:lpstr>
      <vt:lpstr>Segoe UI Light</vt:lpstr>
      <vt:lpstr>Segoe UI Semibold</vt:lpstr>
      <vt:lpstr>Präsentation Training</vt:lpstr>
      <vt:lpstr>PowerPoint-Präsentation</vt:lpstr>
      <vt:lpstr>PowerPoint-Präsentation</vt:lpstr>
    </vt:vector>
  </TitlesOfParts>
  <Company>Watchtower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JJJJ-MM-TT_DEUxxx_AV-Elektro Fotoreport_X</dc:title>
  <dc:creator>Parakenings, Nora</dc:creator>
  <dc:description>2018-08-28 Template</dc:description>
  <cp:lastModifiedBy>Joel</cp:lastModifiedBy>
  <cp:revision>537</cp:revision>
  <cp:lastPrinted>2018-07-05T06:34:15Z</cp:lastPrinted>
  <dcterms:created xsi:type="dcterms:W3CDTF">2020-12-23T07:30:28Z</dcterms:created>
  <dcterms:modified xsi:type="dcterms:W3CDTF">2026-08-23T18:54:06Z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0x0101007548EE1657B8924FACB498004DBB5F2C</vt:lpwstr>
  </property>
  <property fmtid="{D5CDD505-2E9C-101B-9397-08002B2CF9AE}" pid="3" name="TriggerFlowInfo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Berechtigungsstufe">
    <vt:lpwstr>0-Offen</vt:lpwstr>
  </property>
  <property fmtid="{D5CDD505-2E9C-101B-9397-08002B2CF9AE}" pid="9" name="Uploadgenehmigtvon">
    <vt:lpwstr>111;#Reinfeld, Waldemar</vt:lpwstr>
  </property>
  <property fmtid="{D5CDD505-2E9C-101B-9397-08002B2CF9AE}" pid="10" name="xd_Signature">
    <vt:bool>false</vt:bool>
  </property>
  <property fmtid="{D5CDD505-2E9C-101B-9397-08002B2CF9AE}" pid="11" name="Zweck">
    <vt:lpwstr>Neuveröffentlichung</vt:lpwstr>
  </property>
  <property fmtid="{D5CDD505-2E9C-101B-9397-08002B2CF9AE}" pid="12" name="MediaServiceImageTags">
    <vt:lpwstr/>
  </property>
  <property fmtid="{D5CDD505-2E9C-101B-9397-08002B2CF9AE}" pid="13" name="_SourceUrl">
    <vt:lpwstr/>
  </property>
  <property fmtid="{D5CDD505-2E9C-101B-9397-08002B2CF9AE}" pid="14" name="_SharedFileIndex">
    <vt:lpwstr/>
  </property>
</Properties>
</file>